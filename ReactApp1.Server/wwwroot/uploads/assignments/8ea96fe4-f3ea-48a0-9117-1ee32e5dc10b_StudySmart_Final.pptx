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75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4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StudySmart_Cover%20(1).doc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1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1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1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2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1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2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4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student/dashboar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7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mentor/dashboar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8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8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ocalhost:5173/mentor/dashboar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admin/dashboar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8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Downloads\StudySmart_Cover%20(1).pdf#page=6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Downloads\StudySmart_Cover%20(1).pdf#page=96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64724" y="-109728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92608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StudytdySrt</a:t>
            </a:r>
            <a:endParaRPr lang="en-US" sz="5400" dirty="0" smtClean="0"/>
          </a:p>
          <a:p>
            <a:r>
              <a:rPr lang="en-US" sz="5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</a:t>
            </a:r>
          </a:p>
          <a:p>
            <a:pPr marL="0" indent="0" algn="l">
              <a:buNone/>
            </a:pPr>
            <a:r>
              <a:rPr lang="en-US" sz="5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Productivity &amp; Performance Monitoring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Veer Narmad South Gujarat University  |  Dept. of ICT  |  B.Sc. IT – 6th Sem  |  2025–2026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Ms.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Falguni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Thakker</a:t>
            </a:r>
            <a:endParaRPr lang="en-US" sz="1200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Patel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Jiya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[257]</a:t>
            </a:r>
          </a:p>
          <a:p>
            <a:pPr marL="0" indent="0" algn="l">
              <a:buNone/>
            </a:pPr>
            <a:r>
              <a:rPr lang="en-US" sz="12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2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Patel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Kruti  [Seat: </a:t>
            </a:r>
            <a:r>
              <a:rPr lang="en-US" sz="12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261]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49723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046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a unified platform for managing tasks, sessions &amp; assignments. Mentorship is unstructured with no performance tracking. Admin oversight is manual and inefficient.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80467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664208"/>
            <a:ext cx="1965960" cy="804672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60604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1965960" cy="804672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664208"/>
            <a:ext cx="1965960" cy="80467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33472"/>
            <a:ext cx="269748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3347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98094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— manages tasks, sessions, assignments, goals, exams &amp; productivity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63347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633472"/>
            <a:ext cx="2697480" cy="3108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63347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Mentor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298094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students — manages sessions, assigns tasks, reviews performance &amp; gives feedback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63347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633472"/>
            <a:ext cx="2697480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63347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98094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user — manages all users, monitors system activity &amp; broadcasts announcements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Visual Studio 2022  |  VS Code  |  Draw.io  |  SSMS 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manage tasks, track study sessions, submit assignments, discover mentors, set goals, write reflections &amp; view analytics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04288"/>
            <a:ext cx="54864" cy="10515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skills, set availability, accept requests, assign tasks &amp; exams, review student performance, provide feedback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93008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8130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users, monitor activity, view mentor performance, send announcements &amp; notifications to all users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18" name="Text 16">
            <a:hlinkClick r:id="rId3"/>
          </p:cNvPr>
          <p:cNvSpPr/>
          <p:nvPr/>
        </p:nvSpPr>
        <p:spPr>
          <a:xfrm>
            <a:off x="457200" y="461772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🔗  View Full Scope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15568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12435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2435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11704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 for tasks, sessions, assignments &amp; exams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691640"/>
            <a:ext cx="3840480" cy="502920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181965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8196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174650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mentor–student interactions via sessions &amp; feedback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267712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239572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395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23225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analytics &amp; performance reports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843784"/>
            <a:ext cx="3840480" cy="502920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297180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971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289864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learning with self-reflection features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419856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9472" y="3547872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547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347472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management &amp; announcement broadcasting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995928"/>
            <a:ext cx="3840480" cy="502920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19472" y="412394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4123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30368" y="405079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role-based web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&amp; System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Technical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— React.js, ASP.NET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MVC,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Server. No licensing barriers.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48256"/>
            <a:ext cx="54864" cy="8046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Operational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reduce complexity. Intuitive UI for all user types.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80944"/>
            <a:ext cx="54864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Economic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cost. Deployable on affordable cloud or institutional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13632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Schedule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2428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phases within academic year 2025–2026 on schedule.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Environment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115568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1536192"/>
            <a:ext cx="3840480" cy="3474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536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15361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956816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19568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19568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377440"/>
            <a:ext cx="3840480" cy="3474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(SSMS)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798064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27980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2798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+ VS Code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3218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639312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639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(IIS)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46320" y="4059936"/>
            <a:ext cx="3840480" cy="3474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40599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0" y="40599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46320" y="4480560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4480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0" y="4480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(SRS)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2029968" cy="310896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8046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152144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for all 3 roles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password storage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 on login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633472" y="804672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33472" y="804672"/>
            <a:ext cx="2029968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8046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06624" y="1152144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Create/manage tasks with due dates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study session timer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 &amp; daily self-reflection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809744" y="804672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9744" y="804672"/>
            <a:ext cx="2029968" cy="3108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8046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Module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82896" y="1152144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profile, skills &amp; availability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student requests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tasks, exams &amp; give feedback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986016" y="804672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86016" y="804672"/>
            <a:ext cx="2029968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059168" y="8046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9168" y="1152144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View/add/remove students &amp; mentors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mentor performance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broadcast announcements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9504"/>
            <a:ext cx="2029968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895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Materials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3236976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Create/edit/delete subject-wise notes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manage study materials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anytime from dashboard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633472" y="2889504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33472" y="2889504"/>
            <a:ext cx="202996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06624" y="28895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Calendar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06624" y="3236976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notifications for deadlines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events for tasks &amp; sessions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send announcements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809744" y="2889504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9744" y="2889504"/>
            <a:ext cx="2029968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28895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Performance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82896" y="3236976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daily productivity score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&amp; monthly reports generated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monitors all-user performance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986016" y="2889504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86016" y="2889504"/>
            <a:ext cx="2029968" cy="3108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4" name="Text 32"/>
          <p:cNvSpPr/>
          <p:nvPr/>
        </p:nvSpPr>
        <p:spPr>
          <a:xfrm>
            <a:off x="7059168" y="28895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Mentor-Student Interaction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9168" y="3236976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search &amp; request mentors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manage sessions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chat + ratings &amp; feedback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9224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37" name="Text 35">
            <a:hlinkClick r:id="rId3"/>
          </p:cNvPr>
          <p:cNvSpPr/>
          <p:nvPr/>
        </p:nvSpPr>
        <p:spPr>
          <a:xfrm>
            <a:off x="649224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Full SRS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54864" cy="12618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59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within 3 seconds under normal network. Supports multiple simultaneous users without degradation.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04672"/>
            <a:ext cx="54864" cy="1261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859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1887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passwords; role-based access control; unauthorized users redirected to login page.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54864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simple UI for all roles; dedicated easy-to-navigate dashboard; works on any modern browser.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2199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21992"/>
            <a:ext cx="54864" cy="12618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Reliability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available at all times; data saved accurately without loss or corruption.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39312"/>
            <a:ext cx="54864" cy="12618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694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growing users; new modules can be added in future without affecting existing functionality.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3931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39312"/>
            <a:ext cx="54864" cy="12618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94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Compatibility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Chrome &amp; Edge; accessible on Windows 10/11 desktops and laptops.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29" name="Text 27">
            <a:hlinkClick r:id="rId3"/>
          </p:cNvPr>
          <p:cNvSpPr/>
          <p:nvPr/>
        </p:nvSpPr>
        <p:spPr>
          <a:xfrm>
            <a:off x="649224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Full NFR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 Flow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411480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04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30 tables in relational schema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3 core entities: Users, Students, Mentors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Foreign key relationships across all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Draw.io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9" name="Text 7">
            <a:hlinkClick r:id="rId3"/>
          </p:cNvPr>
          <p:cNvSpPr/>
          <p:nvPr/>
        </p:nvSpPr>
        <p:spPr>
          <a:xfrm>
            <a:off x="457200" y="4389120"/>
            <a:ext cx="219456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ER Diagram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840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04672"/>
            <a:ext cx="3840480" cy="3108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8046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19472" y="1234440"/>
            <a:ext cx="3657600" cy="658368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992624" y="12618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(Context)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92624" y="15087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 'StudySmart System'; 3 external entities — Student, Mentor, Admin; shows top-level data 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19472" y="2002536"/>
            <a:ext cx="3657600" cy="6583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92624" y="20299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Student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92624" y="22768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Sub-processes: task management, </a:t>
            </a:r>
            <a:r>
              <a:rPr lang="en-US" sz="9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interaction,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</a:t>
            </a:r>
            <a:r>
              <a:rPr lang="en-US" sz="9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management, feedback management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19472" y="2770632"/>
            <a:ext cx="3657600" cy="658368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27980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Mentor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92624" y="30449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Sub-processes: profile management, session scheduling, assignment/exam creation, </a:t>
            </a:r>
            <a:r>
              <a:rPr lang="en-US" sz="9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student requests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19472" y="3538728"/>
            <a:ext cx="3657600" cy="6583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92624" y="35661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Admin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92624" y="38130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Sub-processes: user management, announcements, mapping, monitoring system activity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43891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26" name="Text 24">
            <a:hlinkClick r:id="rId4"/>
          </p:cNvPr>
          <p:cNvSpPr/>
          <p:nvPr/>
        </p:nvSpPr>
        <p:spPr>
          <a:xfrm>
            <a:off x="4846320" y="438912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Full DFD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411480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04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38862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diagrams for Student, Mentor &amp; Admin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(login,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progress,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exams, mentor...)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10 use cases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 tasks,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assign...)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8 use cases (manage users, announcements...)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04672"/>
            <a:ext cx="411480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04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170432"/>
            <a:ext cx="38862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task flow with decision points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Feature execution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3 roles' primary workflows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07792"/>
            <a:ext cx="4114800" cy="3108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077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273552"/>
            <a:ext cx="38862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entity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with attributes &amp;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inheritance, associations &amp; multiplicities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database tables directly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07792"/>
            <a:ext cx="4114800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077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273552"/>
            <a:ext cx="38862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object interaction over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login, session booking, exam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API Controller → DB interaction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21" name="Text 19">
            <a:hlinkClick r:id="rId3"/>
          </p:cNvPr>
          <p:cNvSpPr/>
          <p:nvPr/>
        </p:nvSpPr>
        <p:spPr>
          <a:xfrm>
            <a:off x="649224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UML Diagrams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Total  |  MS SQL Server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881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35331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name, email, password, role, 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19656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1965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562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12140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user_id, course, semester, university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87752"/>
            <a:ext cx="54864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243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889504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mentor_id, user_id, department, experience_years, max_students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55848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3924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Mentor_Sessions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6576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session_id, mentor_id, student_id, scheduled_datetime, status, meeting_link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2394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1605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Mentor_Requests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442569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request_id, student_id, mentor_id, skill_id, request_status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051560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0515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10881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Mentor_Availability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01768" y="135331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availability_id, mentor_id, day_of_week, start_time, end_time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181965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819656"/>
            <a:ext cx="54864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5001768" y="18562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+ Exams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01768" y="212140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mentor_id, title, due_date, difficulty_level, description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587752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587752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26243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Analytics_Daily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01768" y="2889504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date, study_minutes, completed_tasks → productivity score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35584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355848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5001768" y="33924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01768" y="36576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announcement_id, admin_id, message, created_at → system broadcast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4123944"/>
            <a:ext cx="4206240" cy="658368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412394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001768" y="41605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Student_Mentor_Feedback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01768" y="442569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S_feedback_id, mentor_id, student_id, rating, comments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46" name="Text 44">
            <a:hlinkClick r:id="rId3"/>
          </p:cNvPr>
          <p:cNvSpPr/>
          <p:nvPr/>
        </p:nvSpPr>
        <p:spPr>
          <a:xfrm>
            <a:off x="463778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Data Dictionary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3464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1A2E4A"/>
          </a:solidFill>
          <a:ln/>
        </p:spPr>
      </p:sp>
      <p:sp>
        <p:nvSpPr>
          <p:cNvPr id="48" name="Text 46">
            <a:hlinkClick r:id="rId4"/>
          </p:cNvPr>
          <p:cNvSpPr/>
          <p:nvPr/>
        </p:nvSpPr>
        <p:spPr>
          <a:xfrm>
            <a:off x="283464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DB Design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— 12 Key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 overview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tasks &amp; deadlines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 at a glance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64992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005840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Study Sessions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56432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tasks with due dates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study timer per subject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tasks complete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72784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005840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Exams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4224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submit mentor assignments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MCQ </a:t>
            </a:r>
            <a:r>
              <a:rPr lang="en-US" sz="9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exam results &amp; scores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44368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Reflection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academic goals with targets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daily mood &amp; reflection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goal progress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364992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2944368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Discovery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56432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mentors by skill/subject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track mentor requests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chat with assigned mentor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272784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2944368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64224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productivity score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&amp; monthly reports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events &amp; notifications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200400" y="466344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0" name="Text 28">
            <a:hlinkClick r:id="rId3"/>
          </p:cNvPr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🚀  Open Student Module Demo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32" name="Text 30">
            <a:hlinkClick r:id="rId4"/>
          </p:cNvPr>
          <p:cNvSpPr/>
          <p:nvPr/>
        </p:nvSpPr>
        <p:spPr>
          <a:xfrm>
            <a:off x="612648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Interface Design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students overview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stats &amp; feedback summary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requests at a glance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64992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005840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Skills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56432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department, experience &amp; bio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Add/manage subject skills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proficiency level per skill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72784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005840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Requests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4224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incoming requests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skill requested by student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 in real-time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44368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with date, time &amp; link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session support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 &amp; session status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364992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2944368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Exams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56432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assign tasks to students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MCQ/descriptive exams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due dates &amp; difficulty level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272784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2944368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64224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productivity scores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daily/weekly reports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written feedback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200400" y="466344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0" name="Text 28">
            <a:hlinkClick r:id="rId3"/>
          </p:cNvPr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🚀  Open Mentor Module Demo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32" name="Text 30">
            <a:hlinkClick r:id="rId4"/>
          </p:cNvPr>
          <p:cNvSpPr/>
          <p:nvPr/>
        </p:nvSpPr>
        <p:spPr>
          <a:xfrm>
            <a:off x="612648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Interface Design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Availability &amp; Student Interaction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8988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available day slots (Monday – Sunday)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start time &amp; end time per slot</a:t>
            </a:r>
            <a:endParaRPr lang="en-US" sz="11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slot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only request during available slots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Mentor_Availability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9" name="Text 7">
            <a:hlinkClick r:id="rId3"/>
          </p:cNvPr>
          <p:cNvSpPr/>
          <p:nvPr/>
        </p:nvSpPr>
        <p:spPr>
          <a:xfrm>
            <a:off x="457200" y="3401568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Open Availability Page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3308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41879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avg student ratings &amp; total feedback count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sessions conducted &amp; students handled — stored in Mentor_Performance table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Interaction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298448"/>
            <a:ext cx="384048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98448"/>
            <a:ext cx="54864" cy="7863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1344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Chat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74336" y="16276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between mentor &amp; assigned students via QA_Messages 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12848"/>
            <a:ext cx="384048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212848"/>
            <a:ext cx="54864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2258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Feedback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74336" y="25420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rate &amp; comment on mentors; stored in Student_Mentor_Feedback 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127248"/>
            <a:ext cx="384048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127248"/>
            <a:ext cx="54864" cy="7863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4974336" y="3172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Students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74336" y="34564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assigned students, track task completion &amp; session attendance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041648"/>
            <a:ext cx="384048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4041648"/>
            <a:ext cx="54864" cy="7863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974336" y="40873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74336" y="43708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new requests, session bookings &amp; student assignment submissions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6D28D9"/>
          </a:solidFill>
          <a:ln/>
        </p:spPr>
      </p:sp>
      <p:sp>
        <p:nvSpPr>
          <p:cNvPr id="31" name="Text 29">
            <a:hlinkClick r:id="rId4"/>
          </p:cNvPr>
          <p:cNvSpPr/>
          <p:nvPr/>
        </p:nvSpPr>
        <p:spPr>
          <a:xfrm>
            <a:off x="484632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Open Mentor Demo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Manage, Monitor &amp;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 stats at a glance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activity summary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all modules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64992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005840"/>
            <a:ext cx="274320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56432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add &amp; remove students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add &amp; remove mentors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login &amp; registration activity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72784" y="1005840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005840"/>
            <a:ext cx="274320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0058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Oversight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4224" y="137160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mentor performance reports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student feedback ratings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sessions per mentor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44368"/>
            <a:ext cx="2743200" cy="3291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&amp; Requests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mentor-student mapping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pending/approved/rejected requests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via Mentor_Student table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364992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2944368"/>
            <a:ext cx="2743200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56432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messages to all users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Announcements </a:t>
            </a:r>
            <a:r>
              <a:rPr lang="en-US" sz="9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272784" y="2944368"/>
            <a:ext cx="2743200" cy="178308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2944368"/>
            <a:ext cx="274320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294436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Chats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64224" y="331012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sessions &amp; their status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mentor-student chat logs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assignment &amp; exam overview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200400" y="466344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0" name="Text 28">
            <a:hlinkClick r:id="rId3"/>
          </p:cNvPr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🚀  Open Admin Module Demo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/>
        </p:spPr>
      </p:sp>
      <p:sp>
        <p:nvSpPr>
          <p:cNvPr id="32" name="Text 30">
            <a:hlinkClick r:id="rId4"/>
          </p:cNvPr>
          <p:cNvSpPr/>
          <p:nvPr/>
        </p:nvSpPr>
        <p:spPr>
          <a:xfrm>
            <a:off x="6133058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Interface Design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 &amp;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UI Screens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7680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About Us, Register &amp;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11480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29968"/>
            <a:ext cx="54864" cy="7680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analytics, mentor discovery, exams &amp; notes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411480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44368"/>
            <a:ext cx="54864" cy="7680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Mentor Dashboard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list, sessions, assignments &amp;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411480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58768"/>
            <a:ext cx="54864" cy="7680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Dashboard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187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mapping, announcements &amp; chats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22" name="Text 20">
            <a:hlinkClick r:id="rId3"/>
          </p:cNvPr>
          <p:cNvSpPr/>
          <p:nvPr/>
        </p:nvSpPr>
        <p:spPr>
          <a:xfrm>
            <a:off x="45720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All UI Screens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Summary  ✅  All 34+ Cases Passed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115568"/>
            <a:ext cx="3840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01184" y="1252728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1252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1143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13898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Forgot Password, Logout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846320" y="1719072"/>
            <a:ext cx="384048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0" name="Shape 28"/>
          <p:cNvSpPr/>
          <p:nvPr/>
        </p:nvSpPr>
        <p:spPr>
          <a:xfrm>
            <a:off x="4901184" y="1856232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4901184" y="1856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1746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19933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Goals, Notes, Daily Reflection, Tasks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846320" y="2322576"/>
            <a:ext cx="3840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901184" y="2459736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901184" y="24597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2350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12080" y="2596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Accept/Reject Request, Add Skills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846320" y="2926080"/>
            <a:ext cx="384048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0" name="Shape 38"/>
          <p:cNvSpPr/>
          <p:nvPr/>
        </p:nvSpPr>
        <p:spPr>
          <a:xfrm>
            <a:off x="4901184" y="3063240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3063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2953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32004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Add Questions, Attempt, Submit, View Result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846320" y="3529584"/>
            <a:ext cx="3840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901184" y="3666744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4901184" y="3666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35570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12080" y="38039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Session, Give Feedback, View Performance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846320" y="4133088"/>
            <a:ext cx="384048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0" name="Shape 48"/>
          <p:cNvSpPr/>
          <p:nvPr/>
        </p:nvSpPr>
        <p:spPr>
          <a:xfrm>
            <a:off x="4901184" y="4270248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901184" y="4270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0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0" y="4407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Event, Send Notification, Track Study Time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846320" y="466344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5" name="Text 53">
            <a:hlinkClick r:id="rId4"/>
          </p:cNvPr>
          <p:cNvSpPr/>
          <p:nvPr/>
        </p:nvSpPr>
        <p:spPr>
          <a:xfrm>
            <a:off x="4846320" y="4663440"/>
            <a:ext cx="219456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🔗  View Full Test Cases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1276" y="27432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63924" y="-4572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920240" cy="74980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86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99316" y="749808"/>
            <a:ext cx="1920240" cy="749808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786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1170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1920240" cy="74980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786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170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749808"/>
            <a:ext cx="1920240" cy="749808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786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170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StudySmart delivers a complete role-based academic support system addressing student productivity tracking, structured mentorship, and administrative oversight — all in one unified platform.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4114800" cy="329184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6334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(Android/iOS) for students &amp; mentors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4114800" cy="329184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0358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mentor recommendation engine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4114800" cy="329184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4381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🎥  Real-time video session integration</a:t>
            </a:r>
            <a:endParaRPr lang="en-US" sz="1100" b="1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/>
          </a:p>
        </p:txBody>
      </p:sp>
      <p:sp>
        <p:nvSpPr>
          <p:cNvPr id="27" name="Shape 25"/>
          <p:cNvSpPr/>
          <p:nvPr/>
        </p:nvSpPr>
        <p:spPr>
          <a:xfrm>
            <a:off x="4846320" y="2304288"/>
            <a:ext cx="3840480" cy="2596896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5760720" y="3127248"/>
            <a:ext cx="20116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Patel </a:t>
            </a:r>
            <a:r>
              <a:rPr lang="en-US" sz="115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Jiya</a:t>
            </a:r>
            <a:r>
              <a:rPr lang="en-US" sz="11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[257]</a:t>
            </a:r>
          </a:p>
          <a:p>
            <a:pPr marL="0" indent="0" algn="ctr">
              <a:buNone/>
            </a:pPr>
            <a:r>
              <a:rPr lang="en-US" sz="11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Patel </a:t>
            </a: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Kruti  [Seat: 261]</a:t>
            </a:r>
            <a:endParaRPr lang="en-US" sz="1150" b="1" dirty="0"/>
          </a:p>
        </p:txBody>
      </p:sp>
      <p:sp>
        <p:nvSpPr>
          <p:cNvPr id="32" name="Text 30"/>
          <p:cNvSpPr/>
          <p:nvPr/>
        </p:nvSpPr>
        <p:spPr>
          <a:xfrm>
            <a:off x="4846320" y="38770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Falguni Thakker</a:t>
            </a:r>
            <a:endParaRPr lang="en-US" sz="1050" b="1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Dept. of ICT, VNSGU, Surat  |  2025–2026</a:t>
            </a:r>
            <a:endParaRPr lang="en-US" sz="1000" b="1" dirty="0"/>
          </a:p>
        </p:txBody>
      </p:sp>
      <p:sp>
        <p:nvSpPr>
          <p:cNvPr id="34" name="Text 32"/>
          <p:cNvSpPr/>
          <p:nvPr/>
        </p:nvSpPr>
        <p:spPr>
          <a:xfrm>
            <a:off x="484632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1705</Words>
  <Application>Microsoft Office PowerPoint</Application>
  <PresentationFormat>On-screen Show (16:9)</PresentationFormat>
  <Paragraphs>353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StudySmart</dc:title>
  <dc:subject>PptxGenJS Presentation</dc:subject>
  <dc:creator>PptxGenJS</dc:creator>
  <cp:lastModifiedBy>lenovo</cp:lastModifiedBy>
  <cp:revision>39</cp:revision>
  <dcterms:created xsi:type="dcterms:W3CDTF">2026-04-21T02:41:04Z</dcterms:created>
  <dcterms:modified xsi:type="dcterms:W3CDTF">2026-04-21T11:28:08Z</dcterms:modified>
</cp:coreProperties>
</file>